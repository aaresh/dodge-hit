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15"/>
  </p:notesMasterIdLst>
  <p:sldIdLst>
    <p:sldId id="256" r:id="rId5"/>
    <p:sldId id="257" r:id="rId6"/>
    <p:sldId id="258" r:id="rId7"/>
    <p:sldId id="259" r:id="rId8"/>
    <p:sldId id="260" r:id="rId9"/>
    <p:sldId id="262" r:id="rId10"/>
    <p:sldId id="263" r:id="rId11"/>
    <p:sldId id="264" r:id="rId12"/>
    <p:sldId id="265" r:id="rId13"/>
    <p:sldId id="266" r:id="rId14"/>
  </p:sldIdLst>
  <p:sldSz cx="9144000" cy="5143500" type="screen16x9"/>
  <p:notesSz cx="6858000" cy="9144000"/>
  <p:embeddedFontLst>
    <p:embeddedFont>
      <p:font typeface="Impact" panose="020B0806030902050204" pitchFamily="34" charset="0"/>
      <p:regular r:id="rId16"/>
    </p:embeddedFont>
    <p:embeddedFont>
      <p:font typeface="JUST Sans ExBold" panose="00000900000000000000" pitchFamily="50" charset="0"/>
      <p:bold r:id="rId17"/>
    </p:embeddedFont>
    <p:embeddedFont>
      <p:font typeface="Roboto Black" panose="02000000000000000000" pitchFamily="2" charset="0"/>
      <p:bold r:id="rId18"/>
      <p:boldItalic r:id="rId19"/>
    </p:embeddedFont>
    <p:embeddedFont>
      <p:font typeface="Roboto ExtraBold" panose="020B0604020202020204" charset="0"/>
      <p:bold r:id="rId20"/>
      <p:boldItalic r:id="rId21"/>
    </p:embeddedFont>
    <p:embeddedFont>
      <p:font typeface="Unbounded" panose="020B0604020202020204" charset="0"/>
      <p:regular r:id="rId22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194" y="3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font" Target="fonts/font6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860ffda17b_4_4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860ffda17b_4_4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e56f8610c1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e56f8610c1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56f8610c1_1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56f8610c1_1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56f8610c1_1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e56f8610c1_1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56f8610c1_1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e56f8610c1_1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56f8610c1_1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e56f8610c1_1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56f8610c1_1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e56f8610c1_1_2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e56f8610c1_1_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e56f8610c1_1_3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e56f8610c1_1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e56f8610c1_1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c2528109dc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c2528109dc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581704" y="4779548"/>
            <a:ext cx="434700" cy="31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20000"/>
          </a:bodyPr>
          <a:lstStyle>
            <a:lvl1pPr lvl="0" algn="ctr">
              <a:buNone/>
              <a:defRPr sz="951">
                <a:solidFill>
                  <a:schemeClr val="lt1"/>
                </a:solidFill>
              </a:defRPr>
            </a:lvl1pPr>
            <a:lvl2pPr lvl="1" algn="ctr">
              <a:buNone/>
              <a:defRPr sz="951">
                <a:solidFill>
                  <a:schemeClr val="lt1"/>
                </a:solidFill>
              </a:defRPr>
            </a:lvl2pPr>
            <a:lvl3pPr lvl="2" algn="ctr">
              <a:buNone/>
              <a:defRPr sz="951">
                <a:solidFill>
                  <a:schemeClr val="lt1"/>
                </a:solidFill>
              </a:defRPr>
            </a:lvl3pPr>
            <a:lvl4pPr lvl="3" algn="ctr">
              <a:buNone/>
              <a:defRPr sz="951">
                <a:solidFill>
                  <a:schemeClr val="lt1"/>
                </a:solidFill>
              </a:defRPr>
            </a:lvl4pPr>
            <a:lvl5pPr lvl="4" algn="ctr">
              <a:buNone/>
              <a:defRPr sz="951">
                <a:solidFill>
                  <a:schemeClr val="lt1"/>
                </a:solidFill>
              </a:defRPr>
            </a:lvl5pPr>
            <a:lvl6pPr lvl="5" algn="ctr">
              <a:buNone/>
              <a:defRPr sz="951">
                <a:solidFill>
                  <a:schemeClr val="lt1"/>
                </a:solidFill>
              </a:defRPr>
            </a:lvl6pPr>
            <a:lvl7pPr lvl="6" algn="ctr">
              <a:buNone/>
              <a:defRPr sz="951">
                <a:solidFill>
                  <a:schemeClr val="lt1"/>
                </a:solidFill>
              </a:defRPr>
            </a:lvl7pPr>
            <a:lvl8pPr lvl="7" algn="ctr">
              <a:buNone/>
              <a:defRPr sz="951">
                <a:solidFill>
                  <a:schemeClr val="lt1"/>
                </a:solidFill>
              </a:defRPr>
            </a:lvl8pPr>
            <a:lvl9pPr lvl="8" algn="ctr">
              <a:buNone/>
              <a:defRPr sz="951">
                <a:solidFill>
                  <a:schemeClr val="lt1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 xmlns:mc="http://schemas.openxmlformats.org/markup-compatibility/2006" xmlns:p14="http://schemas.microsoft.com/office/powerpoint/2010/main">
    <mc:Choice Requires="p14">
      <p:transition p14:dur="1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4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ngle_02.png"/>
          <p:cNvPicPr preferRelativeResize="0"/>
          <p:nvPr/>
        </p:nvPicPr>
        <p:blipFill rotWithShape="1">
          <a:blip r:embed="rId3">
            <a:alphaModFix/>
          </a:blip>
          <a:srcRect l="36924" t="24772" r="19599" b="36443"/>
          <a:stretch/>
        </p:blipFill>
        <p:spPr>
          <a:xfrm flipH="1">
            <a:off x="8211700" y="4306801"/>
            <a:ext cx="797373" cy="711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 title="Alpha_cercle_04.png"/>
          <p:cNvPicPr preferRelativeResize="0"/>
          <p:nvPr/>
        </p:nvPicPr>
        <p:blipFill rotWithShape="1">
          <a:blip r:embed="rId4">
            <a:alphaModFix/>
          </a:blip>
          <a:srcRect l="34637" t="33786" r="36123" b="34703"/>
          <a:stretch/>
        </p:blipFill>
        <p:spPr>
          <a:xfrm>
            <a:off x="7480725" y="2670250"/>
            <a:ext cx="227912" cy="245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 title="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4900" y="4528549"/>
            <a:ext cx="464525" cy="46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 title="Alpha_Cross_03.png"/>
          <p:cNvPicPr preferRelativeResize="0"/>
          <p:nvPr/>
        </p:nvPicPr>
        <p:blipFill rotWithShape="1">
          <a:blip r:embed="rId6">
            <a:alphaModFix/>
          </a:blip>
          <a:srcRect l="36257" t="35405" r="35819" b="38255"/>
          <a:stretch/>
        </p:blipFill>
        <p:spPr>
          <a:xfrm>
            <a:off x="7777001" y="203400"/>
            <a:ext cx="434698" cy="40999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C2B10DC-E20B-3F24-74E8-B6C63CB9634F}"/>
              </a:ext>
            </a:extLst>
          </p:cNvPr>
          <p:cNvSpPr txBox="1"/>
          <p:nvPr/>
        </p:nvSpPr>
        <p:spPr>
          <a:xfrm>
            <a:off x="866200" y="1640726"/>
            <a:ext cx="7411599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500" dirty="0">
                <a:latin typeface="JUST Sans ExBold" panose="00000900000000000000" pitchFamily="50" charset="0"/>
              </a:rPr>
              <a:t>DODG</a:t>
            </a:r>
            <a:r>
              <a:rPr lang="en-GB" sz="11500" dirty="0">
                <a:latin typeface="Impact" panose="020B0806030902050204" pitchFamily="34" charset="0"/>
              </a:rPr>
              <a:t>‘</a:t>
            </a:r>
            <a:r>
              <a:rPr lang="en-GB" sz="11500" dirty="0">
                <a:latin typeface="JUST Sans ExBold" panose="00000900000000000000" pitchFamily="50" charset="0"/>
              </a:rPr>
              <a:t>HIT</a:t>
            </a:r>
          </a:p>
        </p:txBody>
      </p:sp>
      <p:pic>
        <p:nvPicPr>
          <p:cNvPr id="4" name="Google Shape;222;p22" title="Alpha_Cross_03.png">
            <a:extLst>
              <a:ext uri="{FF2B5EF4-FFF2-40B4-BE49-F238E27FC236}">
                <a16:creationId xmlns:a16="http://schemas.microsoft.com/office/drawing/2014/main" id="{CB1906D4-3770-BC0D-FB26-F73C61A1163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6814" t="35405" r="65261" b="38255"/>
          <a:stretch/>
        </p:blipFill>
        <p:spPr>
          <a:xfrm>
            <a:off x="7318646" y="203401"/>
            <a:ext cx="434698" cy="409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23;p22" title="Alpha_Cross_03.png">
            <a:extLst>
              <a:ext uri="{FF2B5EF4-FFF2-40B4-BE49-F238E27FC236}">
                <a16:creationId xmlns:a16="http://schemas.microsoft.com/office/drawing/2014/main" id="{911A2E0A-ADE2-5D81-F9A5-B1D1D593EBF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64185" t="35405" r="5974" b="38255"/>
          <a:stretch/>
        </p:blipFill>
        <p:spPr>
          <a:xfrm rot="21599960">
            <a:off x="8211698" y="205776"/>
            <a:ext cx="464532" cy="40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4" title="SlotPPTX_003_InvBis.png"/>
          <p:cNvPicPr preferRelativeResize="0"/>
          <p:nvPr/>
        </p:nvPicPr>
        <p:blipFill rotWithShape="1">
          <a:blip r:embed="rId3">
            <a:alphaModFix/>
          </a:blip>
          <a:srcRect l="42860" t="17957" r="42979" b="17751"/>
          <a:stretch/>
        </p:blipFill>
        <p:spPr>
          <a:xfrm rot="-5400000">
            <a:off x="8671200" y="4675780"/>
            <a:ext cx="203438" cy="51957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>
            <a:spLocks noGrp="1"/>
          </p:cNvSpPr>
          <p:nvPr>
            <p:ph type="sldNum" idx="12"/>
          </p:nvPr>
        </p:nvSpPr>
        <p:spPr>
          <a:xfrm>
            <a:off x="8543832" y="4779548"/>
            <a:ext cx="434700" cy="311700"/>
          </a:xfrm>
          <a:prstGeom prst="rect">
            <a:avLst/>
          </a:prstGeom>
        </p:spPr>
        <p:txBody>
          <a:bodyPr spcFirstLastPara="1" wrap="square" lIns="72425" tIns="72425" rIns="72425" bIns="72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51"/>
              <a:t>2</a:t>
            </a:fld>
            <a:endParaRPr sz="951"/>
          </a:p>
        </p:txBody>
      </p:sp>
      <p:pic>
        <p:nvPicPr>
          <p:cNvPr id="67" name="Google Shape;67;p14" title="SlotPPTX_004.png"/>
          <p:cNvPicPr preferRelativeResize="0"/>
          <p:nvPr/>
        </p:nvPicPr>
        <p:blipFill rotWithShape="1">
          <a:blip r:embed="rId4">
            <a:alphaModFix/>
          </a:blip>
          <a:srcRect l="27981" t="10882" r="27919" b="10717"/>
          <a:stretch/>
        </p:blipFill>
        <p:spPr>
          <a:xfrm>
            <a:off x="1311411" y="2183250"/>
            <a:ext cx="484803" cy="484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 title="SlotPPTX_004.png"/>
          <p:cNvPicPr preferRelativeResize="0"/>
          <p:nvPr/>
        </p:nvPicPr>
        <p:blipFill rotWithShape="1">
          <a:blip r:embed="rId4">
            <a:alphaModFix/>
          </a:blip>
          <a:srcRect l="27981" t="10882" r="27919" b="10717"/>
          <a:stretch/>
        </p:blipFill>
        <p:spPr>
          <a:xfrm>
            <a:off x="7412736" y="2280825"/>
            <a:ext cx="484803" cy="484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4" title="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4900" y="4528549"/>
            <a:ext cx="464525" cy="46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 title="Angle_02.png"/>
          <p:cNvPicPr preferRelativeResize="0"/>
          <p:nvPr/>
        </p:nvPicPr>
        <p:blipFill rotWithShape="1">
          <a:blip r:embed="rId6">
            <a:alphaModFix/>
          </a:blip>
          <a:srcRect l="36924" t="24772" r="19599" b="36443"/>
          <a:stretch/>
        </p:blipFill>
        <p:spPr>
          <a:xfrm flipH="1">
            <a:off x="8211700" y="4306801"/>
            <a:ext cx="797373" cy="711327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543832" y="4659548"/>
            <a:ext cx="434700" cy="311700"/>
          </a:xfrm>
          <a:prstGeom prst="rect">
            <a:avLst/>
          </a:prstGeom>
        </p:spPr>
        <p:txBody>
          <a:bodyPr spcFirstLastPara="1" wrap="square" lIns="72425" tIns="72425" rIns="72425" bIns="72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51">
                <a:solidFill>
                  <a:srgbClr val="000000"/>
                </a:solidFill>
              </a:rPr>
              <a:t>2</a:t>
            </a:fld>
            <a:endParaRPr sz="951">
              <a:solidFill>
                <a:srgbClr val="000000"/>
              </a:solidFill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1583025" y="1153775"/>
            <a:ext cx="6077100" cy="39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525" tIns="48525" rIns="48525" bIns="485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 dirty="0"/>
              <a:t>PRESENTATION </a:t>
            </a:r>
            <a:endParaRPr sz="16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 dirty="0"/>
              <a:t>GAME STRUCTURE​</a:t>
            </a:r>
            <a:endParaRPr sz="16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 dirty="0"/>
              <a:t>GAME DESIGN​</a:t>
            </a:r>
            <a:endParaRPr sz="16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 dirty="0"/>
              <a:t>ART DIRECTION​</a:t>
            </a:r>
            <a:endParaRPr sz="16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 dirty="0"/>
              <a:t>CHARACTERS​</a:t>
            </a:r>
            <a:endParaRPr sz="16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 dirty="0"/>
              <a:t>ENVIRONMENT</a:t>
            </a:r>
            <a:endParaRPr sz="16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  <p:pic>
        <p:nvPicPr>
          <p:cNvPr id="74" name="Google Shape;74;p14" title="CONTENTS TABLE.png"/>
          <p:cNvPicPr preferRelativeResize="0"/>
          <p:nvPr/>
        </p:nvPicPr>
        <p:blipFill rotWithShape="1">
          <a:blip r:embed="rId7">
            <a:alphaModFix/>
          </a:blip>
          <a:srcRect t="37535" b="42688"/>
          <a:stretch/>
        </p:blipFill>
        <p:spPr>
          <a:xfrm>
            <a:off x="2729275" y="613400"/>
            <a:ext cx="3685450" cy="4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60;p13" title="Alpha_Cross_03.png">
            <a:extLst>
              <a:ext uri="{FF2B5EF4-FFF2-40B4-BE49-F238E27FC236}">
                <a16:creationId xmlns:a16="http://schemas.microsoft.com/office/drawing/2014/main" id="{29AAADAF-9AE8-B3F1-BC0A-E3D1D768F756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 l="36257" t="35405" r="35819" b="38255"/>
          <a:stretch/>
        </p:blipFill>
        <p:spPr>
          <a:xfrm>
            <a:off x="7777001" y="203400"/>
            <a:ext cx="434698" cy="409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222;p22" title="Alpha_Cross_03.png">
            <a:extLst>
              <a:ext uri="{FF2B5EF4-FFF2-40B4-BE49-F238E27FC236}">
                <a16:creationId xmlns:a16="http://schemas.microsoft.com/office/drawing/2014/main" id="{4575364C-846D-EFDF-9AB1-FDCC1D2C3DDB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 l="6814" t="35405" r="65261" b="38255"/>
          <a:stretch/>
        </p:blipFill>
        <p:spPr>
          <a:xfrm rot="900000">
            <a:off x="7318646" y="203401"/>
            <a:ext cx="434698" cy="409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223;p22" title="Alpha_Cross_03.png">
            <a:extLst>
              <a:ext uri="{FF2B5EF4-FFF2-40B4-BE49-F238E27FC236}">
                <a16:creationId xmlns:a16="http://schemas.microsoft.com/office/drawing/2014/main" id="{FE70BF02-8B5C-E1A3-41FB-837D13D1A144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 l="64185" t="35405" r="5974" b="38255"/>
          <a:stretch/>
        </p:blipFill>
        <p:spPr>
          <a:xfrm rot="899960">
            <a:off x="8211698" y="205776"/>
            <a:ext cx="464532" cy="40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5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8" dur="5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5" title="SlotPPTX_003_InvBis.png"/>
          <p:cNvPicPr preferRelativeResize="0"/>
          <p:nvPr/>
        </p:nvPicPr>
        <p:blipFill rotWithShape="1">
          <a:blip r:embed="rId3">
            <a:alphaModFix/>
          </a:blip>
          <a:srcRect l="42860" t="17957" r="42979" b="17751"/>
          <a:stretch/>
        </p:blipFill>
        <p:spPr>
          <a:xfrm rot="-5400000">
            <a:off x="8671200" y="4675780"/>
            <a:ext cx="203438" cy="51957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 txBox="1">
            <a:spLocks noGrp="1"/>
          </p:cNvSpPr>
          <p:nvPr>
            <p:ph type="sldNum" idx="12"/>
          </p:nvPr>
        </p:nvSpPr>
        <p:spPr>
          <a:xfrm>
            <a:off x="8543832" y="4779548"/>
            <a:ext cx="434700" cy="311700"/>
          </a:xfrm>
          <a:prstGeom prst="rect">
            <a:avLst/>
          </a:prstGeom>
        </p:spPr>
        <p:txBody>
          <a:bodyPr spcFirstLastPara="1" wrap="square" lIns="72425" tIns="72425" rIns="72425" bIns="72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51"/>
              <a:t>3</a:t>
            </a:fld>
            <a:endParaRPr sz="951"/>
          </a:p>
        </p:txBody>
      </p:sp>
      <p:pic>
        <p:nvPicPr>
          <p:cNvPr id="81" name="Google Shape;81;p15" title="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900" y="4528549"/>
            <a:ext cx="464525" cy="46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5" title="Angle_02.png"/>
          <p:cNvPicPr preferRelativeResize="0"/>
          <p:nvPr/>
        </p:nvPicPr>
        <p:blipFill rotWithShape="1">
          <a:blip r:embed="rId5">
            <a:alphaModFix/>
          </a:blip>
          <a:srcRect l="36924" t="24772" r="19599" b="36443"/>
          <a:stretch/>
        </p:blipFill>
        <p:spPr>
          <a:xfrm flipH="1">
            <a:off x="8211700" y="4306801"/>
            <a:ext cx="797373" cy="711327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5"/>
          <p:cNvSpPr txBox="1">
            <a:spLocks noGrp="1"/>
          </p:cNvSpPr>
          <p:nvPr>
            <p:ph type="sldNum" idx="12"/>
          </p:nvPr>
        </p:nvSpPr>
        <p:spPr>
          <a:xfrm>
            <a:off x="8543832" y="4659548"/>
            <a:ext cx="434700" cy="311700"/>
          </a:xfrm>
          <a:prstGeom prst="rect">
            <a:avLst/>
          </a:prstGeom>
        </p:spPr>
        <p:txBody>
          <a:bodyPr spcFirstLastPara="1" wrap="square" lIns="72425" tIns="72425" rIns="72425" bIns="72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51">
                <a:solidFill>
                  <a:srgbClr val="000000"/>
                </a:solidFill>
              </a:rPr>
              <a:t>3</a:t>
            </a:fld>
            <a:endParaRPr sz="951">
              <a:solidFill>
                <a:srgbClr val="000000"/>
              </a:solidFill>
            </a:endParaRPr>
          </a:p>
        </p:txBody>
      </p:sp>
      <p:pic>
        <p:nvPicPr>
          <p:cNvPr id="84" name="Google Shape;84;p15" title="CONTENTS TABLE.png"/>
          <p:cNvPicPr preferRelativeResize="0"/>
          <p:nvPr/>
        </p:nvPicPr>
        <p:blipFill rotWithShape="1">
          <a:blip r:embed="rId6">
            <a:alphaModFix/>
          </a:blip>
          <a:srcRect t="37535" b="42688"/>
          <a:stretch/>
        </p:blipFill>
        <p:spPr>
          <a:xfrm>
            <a:off x="2729275" y="613400"/>
            <a:ext cx="3685450" cy="4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5" title="Alpha_Cross_03.png"/>
          <p:cNvPicPr preferRelativeResize="0"/>
          <p:nvPr/>
        </p:nvPicPr>
        <p:blipFill rotWithShape="1">
          <a:blip r:embed="rId7">
            <a:alphaModFix/>
          </a:blip>
          <a:srcRect l="6814" t="35405" r="65261" b="38255"/>
          <a:stretch/>
        </p:blipFill>
        <p:spPr>
          <a:xfrm rot="1800000">
            <a:off x="7318650" y="203399"/>
            <a:ext cx="434698" cy="409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5" title="Alpha_Cross_03.png"/>
          <p:cNvPicPr preferRelativeResize="0"/>
          <p:nvPr/>
        </p:nvPicPr>
        <p:blipFill rotWithShape="1">
          <a:blip r:embed="rId7">
            <a:alphaModFix/>
          </a:blip>
          <a:srcRect l="64185" t="35405" r="5974" b="38255"/>
          <a:stretch/>
        </p:blipFill>
        <p:spPr>
          <a:xfrm rot="1800000">
            <a:off x="8211699" y="205774"/>
            <a:ext cx="464530" cy="409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5" title="Alpha_Cross_03.png"/>
          <p:cNvPicPr preferRelativeResize="0"/>
          <p:nvPr/>
        </p:nvPicPr>
        <p:blipFill rotWithShape="1">
          <a:blip r:embed="rId7">
            <a:alphaModFix/>
          </a:blip>
          <a:srcRect l="36257" t="35405" r="35819" b="38255"/>
          <a:stretch/>
        </p:blipFill>
        <p:spPr>
          <a:xfrm>
            <a:off x="7777001" y="203400"/>
            <a:ext cx="434698" cy="40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6" title="SlotPPTX_003_InvBis.png"/>
          <p:cNvPicPr preferRelativeResize="0"/>
          <p:nvPr/>
        </p:nvPicPr>
        <p:blipFill rotWithShape="1">
          <a:blip r:embed="rId3">
            <a:alphaModFix/>
          </a:blip>
          <a:srcRect l="42860" t="17957" r="42979" b="17751"/>
          <a:stretch/>
        </p:blipFill>
        <p:spPr>
          <a:xfrm rot="-5400000">
            <a:off x="8671200" y="4675780"/>
            <a:ext cx="203438" cy="51957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6"/>
          <p:cNvSpPr txBox="1">
            <a:spLocks noGrp="1"/>
          </p:cNvSpPr>
          <p:nvPr>
            <p:ph type="sldNum" idx="12"/>
          </p:nvPr>
        </p:nvSpPr>
        <p:spPr>
          <a:xfrm>
            <a:off x="8543832" y="4779548"/>
            <a:ext cx="434700" cy="311700"/>
          </a:xfrm>
          <a:prstGeom prst="rect">
            <a:avLst/>
          </a:prstGeom>
        </p:spPr>
        <p:txBody>
          <a:bodyPr spcFirstLastPara="1" wrap="square" lIns="72425" tIns="72425" rIns="72425" bIns="72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51"/>
              <a:t>4</a:t>
            </a:fld>
            <a:endParaRPr sz="951"/>
          </a:p>
        </p:txBody>
      </p:sp>
      <p:pic>
        <p:nvPicPr>
          <p:cNvPr id="94" name="Google Shape;94;p16" title="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900" y="4528549"/>
            <a:ext cx="464525" cy="46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6" title="Angle_02.png"/>
          <p:cNvPicPr preferRelativeResize="0"/>
          <p:nvPr/>
        </p:nvPicPr>
        <p:blipFill rotWithShape="1">
          <a:blip r:embed="rId5">
            <a:alphaModFix/>
          </a:blip>
          <a:srcRect l="36924" t="24772" r="19599" b="36443"/>
          <a:stretch/>
        </p:blipFill>
        <p:spPr>
          <a:xfrm flipH="1">
            <a:off x="8211700" y="4306801"/>
            <a:ext cx="797373" cy="711327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 txBox="1">
            <a:spLocks noGrp="1"/>
          </p:cNvSpPr>
          <p:nvPr>
            <p:ph type="sldNum" idx="12"/>
          </p:nvPr>
        </p:nvSpPr>
        <p:spPr>
          <a:xfrm>
            <a:off x="8543832" y="4659548"/>
            <a:ext cx="434700" cy="311700"/>
          </a:xfrm>
          <a:prstGeom prst="rect">
            <a:avLst/>
          </a:prstGeom>
        </p:spPr>
        <p:txBody>
          <a:bodyPr spcFirstLastPara="1" wrap="square" lIns="72425" tIns="72425" rIns="72425" bIns="72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51">
                <a:solidFill>
                  <a:srgbClr val="000000"/>
                </a:solidFill>
              </a:rPr>
              <a:t>4</a:t>
            </a:fld>
            <a:endParaRPr sz="951">
              <a:solidFill>
                <a:srgbClr val="000000"/>
              </a:solidFill>
            </a:endParaRPr>
          </a:p>
        </p:txBody>
      </p:sp>
      <p:pic>
        <p:nvPicPr>
          <p:cNvPr id="97" name="Google Shape;97;p16" title="Alpha_Cross_03.png"/>
          <p:cNvPicPr preferRelativeResize="0"/>
          <p:nvPr/>
        </p:nvPicPr>
        <p:blipFill rotWithShape="1">
          <a:blip r:embed="rId6">
            <a:alphaModFix/>
          </a:blip>
          <a:srcRect l="6814" t="35405" r="65261" b="38255"/>
          <a:stretch/>
        </p:blipFill>
        <p:spPr>
          <a:xfrm rot="2700000">
            <a:off x="7318650" y="203398"/>
            <a:ext cx="434699" cy="409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6" title="Alpha_Cross_03.png"/>
          <p:cNvPicPr preferRelativeResize="0"/>
          <p:nvPr/>
        </p:nvPicPr>
        <p:blipFill rotWithShape="1">
          <a:blip r:embed="rId6">
            <a:alphaModFix/>
          </a:blip>
          <a:srcRect l="64185" t="35405" r="5974" b="38255"/>
          <a:stretch/>
        </p:blipFill>
        <p:spPr>
          <a:xfrm rot="2700044">
            <a:off x="8211698" y="205775"/>
            <a:ext cx="464528" cy="409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6" title="SlotPPTX_004.png"/>
          <p:cNvPicPr preferRelativeResize="0"/>
          <p:nvPr/>
        </p:nvPicPr>
        <p:blipFill rotWithShape="1">
          <a:blip r:embed="rId7">
            <a:alphaModFix/>
          </a:blip>
          <a:srcRect l="27981" t="10882" r="27919" b="10717"/>
          <a:stretch/>
        </p:blipFill>
        <p:spPr>
          <a:xfrm>
            <a:off x="2789841" y="1938351"/>
            <a:ext cx="524856" cy="52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6" title="SlotPPTX_004.png"/>
          <p:cNvPicPr preferRelativeResize="0"/>
          <p:nvPr/>
        </p:nvPicPr>
        <p:blipFill rotWithShape="1">
          <a:blip r:embed="rId7">
            <a:alphaModFix/>
          </a:blip>
          <a:srcRect l="27981" t="10882" r="27919" b="10717"/>
          <a:stretch/>
        </p:blipFill>
        <p:spPr>
          <a:xfrm>
            <a:off x="5830177" y="1938351"/>
            <a:ext cx="524856" cy="52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6" title="SlotPPTX_004.png"/>
          <p:cNvPicPr preferRelativeResize="0"/>
          <p:nvPr/>
        </p:nvPicPr>
        <p:blipFill rotWithShape="1">
          <a:blip r:embed="rId7">
            <a:alphaModFix/>
          </a:blip>
          <a:srcRect l="27981" t="10882" r="27919" b="10717"/>
          <a:stretch/>
        </p:blipFill>
        <p:spPr>
          <a:xfrm>
            <a:off x="4310009" y="1938351"/>
            <a:ext cx="524856" cy="52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6" title="SlotPPTX_004.png"/>
          <p:cNvPicPr preferRelativeResize="0"/>
          <p:nvPr/>
        </p:nvPicPr>
        <p:blipFill rotWithShape="1">
          <a:blip r:embed="rId7">
            <a:alphaModFix/>
          </a:blip>
          <a:srcRect l="27981" t="10882" r="27919" b="10717"/>
          <a:stretch/>
        </p:blipFill>
        <p:spPr>
          <a:xfrm>
            <a:off x="7349465" y="1938351"/>
            <a:ext cx="524856" cy="52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6" title="SlotPPTX_004.png"/>
          <p:cNvPicPr preferRelativeResize="0"/>
          <p:nvPr/>
        </p:nvPicPr>
        <p:blipFill rotWithShape="1">
          <a:blip r:embed="rId7">
            <a:alphaModFix/>
          </a:blip>
          <a:srcRect l="27981" t="10882" r="27919" b="10717"/>
          <a:stretch/>
        </p:blipFill>
        <p:spPr>
          <a:xfrm>
            <a:off x="1269686" y="1938351"/>
            <a:ext cx="524856" cy="52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6" title="GameStr.png"/>
          <p:cNvPicPr preferRelativeResize="0"/>
          <p:nvPr/>
        </p:nvPicPr>
        <p:blipFill rotWithShape="1">
          <a:blip r:embed="rId8">
            <a:alphaModFix/>
          </a:blip>
          <a:srcRect t="37193" b="41398"/>
          <a:stretch/>
        </p:blipFill>
        <p:spPr>
          <a:xfrm>
            <a:off x="2721838" y="592491"/>
            <a:ext cx="3700325" cy="445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6" title="Alpha_Cross_03.png"/>
          <p:cNvPicPr preferRelativeResize="0"/>
          <p:nvPr/>
        </p:nvPicPr>
        <p:blipFill rotWithShape="1">
          <a:blip r:embed="rId6">
            <a:alphaModFix/>
          </a:blip>
          <a:srcRect l="36257" t="35405" r="35819" b="38255"/>
          <a:stretch/>
        </p:blipFill>
        <p:spPr>
          <a:xfrm>
            <a:off x="7777001" y="203400"/>
            <a:ext cx="434698" cy="409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6"/>
          <p:cNvSpPr txBox="1"/>
          <p:nvPr/>
        </p:nvSpPr>
        <p:spPr>
          <a:xfrm>
            <a:off x="909601" y="2603075"/>
            <a:ext cx="1245000" cy="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650" tIns="48650" rIns="48650" bIns="486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222">
                <a:latin typeface="Roboto Black"/>
                <a:ea typeface="Roboto Black"/>
                <a:cs typeface="Roboto Black"/>
                <a:sym typeface="Roboto Black"/>
              </a:rPr>
              <a:t>FPS</a:t>
            </a:r>
            <a:endParaRPr sz="1500"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2492928" y="2603078"/>
            <a:ext cx="1118700" cy="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650" tIns="48650" rIns="48650" bIns="486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9"/>
              <a:buFont typeface="Arial"/>
              <a:buNone/>
            </a:pPr>
            <a:r>
              <a:rPr lang="fr" sz="2200">
                <a:latin typeface="Roboto Black"/>
                <a:ea typeface="Roboto Black"/>
                <a:cs typeface="Roboto Black"/>
                <a:sym typeface="Roboto Black"/>
              </a:rPr>
              <a:t>PC</a:t>
            </a:r>
            <a:endParaRPr sz="2200"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3847325" y="2603075"/>
            <a:ext cx="1450200" cy="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650" tIns="48650" rIns="48650" bIns="486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9"/>
              <a:buFont typeface="Arial"/>
              <a:buNone/>
            </a:pPr>
            <a:r>
              <a:rPr lang="fr" sz="2222">
                <a:latin typeface="Roboto Black"/>
                <a:ea typeface="Roboto Black"/>
                <a:cs typeface="Roboto Black"/>
                <a:sym typeface="Roboto Black"/>
              </a:rPr>
              <a:t>Controller</a:t>
            </a:r>
            <a:endParaRPr sz="1500"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09" name="Google Shape;109;p16"/>
          <p:cNvSpPr txBox="1"/>
          <p:nvPr/>
        </p:nvSpPr>
        <p:spPr>
          <a:xfrm>
            <a:off x="7052550" y="2603065"/>
            <a:ext cx="1118700" cy="16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650" tIns="48650" rIns="48650" bIns="486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9"/>
              <a:buFont typeface="Arial"/>
              <a:buNone/>
            </a:pPr>
            <a:r>
              <a:rPr lang="fr" sz="2200">
                <a:latin typeface="Roboto Black"/>
                <a:ea typeface="Roboto Black"/>
                <a:cs typeface="Roboto Black"/>
                <a:sym typeface="Roboto Black"/>
              </a:rPr>
              <a:t>Unreal engine 5</a:t>
            </a:r>
            <a:endParaRPr sz="2200"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10" name="Google Shape;110;p16"/>
          <p:cNvSpPr txBox="1"/>
          <p:nvPr/>
        </p:nvSpPr>
        <p:spPr>
          <a:xfrm>
            <a:off x="5470100" y="2603075"/>
            <a:ext cx="1245000" cy="20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650" tIns="48650" rIns="48650" bIns="486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200">
                <a:latin typeface="Roboto ExtraBold"/>
                <a:ea typeface="Roboto ExtraBold"/>
                <a:cs typeface="Roboto ExtraBold"/>
                <a:sym typeface="Roboto ExtraBold"/>
              </a:rPr>
              <a:t>FPS</a:t>
            </a:r>
            <a:endParaRPr sz="2200">
              <a:latin typeface="Roboto ExtraBold"/>
              <a:ea typeface="Roboto ExtraBold"/>
              <a:cs typeface="Roboto ExtraBold"/>
              <a:sym typeface="Roboto Extra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200">
                <a:latin typeface="Roboto ExtraBold"/>
                <a:ea typeface="Roboto ExtraBold"/>
                <a:cs typeface="Roboto ExtraBold"/>
                <a:sym typeface="Roboto ExtraBold"/>
              </a:rPr>
              <a:t>Shooter </a:t>
            </a:r>
            <a:endParaRPr sz="2200">
              <a:latin typeface="Roboto ExtraBold"/>
              <a:ea typeface="Roboto ExtraBold"/>
              <a:cs typeface="Roboto ExtraBold"/>
              <a:sym typeface="Roboto Extra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9"/>
              <a:buFont typeface="Arial"/>
              <a:buNone/>
            </a:pPr>
            <a:r>
              <a:rPr lang="fr" sz="2200">
                <a:latin typeface="Roboto ExtraBold"/>
                <a:ea typeface="Roboto ExtraBold"/>
                <a:cs typeface="Roboto ExtraBold"/>
                <a:sym typeface="Roboto ExtraBold"/>
              </a:rPr>
              <a:t>Fans</a:t>
            </a:r>
            <a:endParaRPr sz="2200"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7" title="SlotPPTX_003_InvBis.png"/>
          <p:cNvPicPr preferRelativeResize="0"/>
          <p:nvPr/>
        </p:nvPicPr>
        <p:blipFill rotWithShape="1">
          <a:blip r:embed="rId3">
            <a:alphaModFix/>
          </a:blip>
          <a:srcRect l="42860" t="17957" r="42979" b="17751"/>
          <a:stretch/>
        </p:blipFill>
        <p:spPr>
          <a:xfrm rot="-5400000">
            <a:off x="8671200" y="4675780"/>
            <a:ext cx="203438" cy="519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7"/>
          <p:cNvSpPr txBox="1">
            <a:spLocks noGrp="1"/>
          </p:cNvSpPr>
          <p:nvPr>
            <p:ph type="sldNum" idx="12"/>
          </p:nvPr>
        </p:nvSpPr>
        <p:spPr>
          <a:xfrm>
            <a:off x="8543832" y="4779548"/>
            <a:ext cx="434700" cy="311700"/>
          </a:xfrm>
          <a:prstGeom prst="rect">
            <a:avLst/>
          </a:prstGeom>
        </p:spPr>
        <p:txBody>
          <a:bodyPr spcFirstLastPara="1" wrap="square" lIns="72425" tIns="72425" rIns="72425" bIns="72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51"/>
              <a:t>5</a:t>
            </a:fld>
            <a:endParaRPr sz="951"/>
          </a:p>
        </p:txBody>
      </p:sp>
      <p:pic>
        <p:nvPicPr>
          <p:cNvPr id="117" name="Google Shape;117;p17" title="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900" y="4528549"/>
            <a:ext cx="464525" cy="46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7" title="Angle_02.png"/>
          <p:cNvPicPr preferRelativeResize="0"/>
          <p:nvPr/>
        </p:nvPicPr>
        <p:blipFill rotWithShape="1">
          <a:blip r:embed="rId5">
            <a:alphaModFix/>
          </a:blip>
          <a:srcRect l="36924" t="24772" r="19599" b="36443"/>
          <a:stretch/>
        </p:blipFill>
        <p:spPr>
          <a:xfrm flipH="1">
            <a:off x="8211700" y="4306801"/>
            <a:ext cx="797373" cy="711327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7"/>
          <p:cNvSpPr txBox="1">
            <a:spLocks noGrp="1"/>
          </p:cNvSpPr>
          <p:nvPr>
            <p:ph type="sldNum" idx="12"/>
          </p:nvPr>
        </p:nvSpPr>
        <p:spPr>
          <a:xfrm>
            <a:off x="8543832" y="4659548"/>
            <a:ext cx="434700" cy="311700"/>
          </a:xfrm>
          <a:prstGeom prst="rect">
            <a:avLst/>
          </a:prstGeom>
        </p:spPr>
        <p:txBody>
          <a:bodyPr spcFirstLastPara="1" wrap="square" lIns="72425" tIns="72425" rIns="72425" bIns="72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51">
                <a:solidFill>
                  <a:srgbClr val="000000"/>
                </a:solidFill>
              </a:rPr>
              <a:t>5</a:t>
            </a:fld>
            <a:endParaRPr sz="951">
              <a:solidFill>
                <a:srgbClr val="000000"/>
              </a:solidFill>
            </a:endParaRPr>
          </a:p>
        </p:txBody>
      </p:sp>
      <p:pic>
        <p:nvPicPr>
          <p:cNvPr id="120" name="Google Shape;120;p17" title="Alpha_Cross_03.png"/>
          <p:cNvPicPr preferRelativeResize="0"/>
          <p:nvPr/>
        </p:nvPicPr>
        <p:blipFill rotWithShape="1">
          <a:blip r:embed="rId6">
            <a:alphaModFix/>
          </a:blip>
          <a:srcRect l="6814" t="35405" r="65261" b="38255"/>
          <a:stretch/>
        </p:blipFill>
        <p:spPr>
          <a:xfrm rot="3600000">
            <a:off x="7318651" y="203399"/>
            <a:ext cx="434696" cy="409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7" title="Alpha_Cross_03.png"/>
          <p:cNvPicPr preferRelativeResize="0"/>
          <p:nvPr/>
        </p:nvPicPr>
        <p:blipFill rotWithShape="1">
          <a:blip r:embed="rId6">
            <a:alphaModFix/>
          </a:blip>
          <a:srcRect l="64185" t="35405" r="5974" b="38255"/>
          <a:stretch/>
        </p:blipFill>
        <p:spPr>
          <a:xfrm rot="3600002">
            <a:off x="8211701" y="205774"/>
            <a:ext cx="464528" cy="409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7" title="Alpha_Cross_03.png"/>
          <p:cNvPicPr preferRelativeResize="0"/>
          <p:nvPr/>
        </p:nvPicPr>
        <p:blipFill rotWithShape="1">
          <a:blip r:embed="rId6">
            <a:alphaModFix/>
          </a:blip>
          <a:srcRect l="36257" t="35405" r="35819" b="38255"/>
          <a:stretch/>
        </p:blipFill>
        <p:spPr>
          <a:xfrm>
            <a:off x="7777001" y="203400"/>
            <a:ext cx="434698" cy="409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7" title="GameDes.png"/>
          <p:cNvPicPr preferRelativeResize="0"/>
          <p:nvPr/>
        </p:nvPicPr>
        <p:blipFill rotWithShape="1">
          <a:blip r:embed="rId7">
            <a:alphaModFix/>
          </a:blip>
          <a:srcRect t="35987" b="41174"/>
          <a:stretch/>
        </p:blipFill>
        <p:spPr>
          <a:xfrm>
            <a:off x="3206775" y="639900"/>
            <a:ext cx="2730451" cy="350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9" title="SlotPPTX_003_InvBis.png"/>
          <p:cNvPicPr preferRelativeResize="0"/>
          <p:nvPr/>
        </p:nvPicPr>
        <p:blipFill rotWithShape="1">
          <a:blip r:embed="rId3">
            <a:alphaModFix/>
          </a:blip>
          <a:srcRect l="42860" t="17957" r="42979" b="17751"/>
          <a:stretch/>
        </p:blipFill>
        <p:spPr>
          <a:xfrm rot="-5400000">
            <a:off x="8671200" y="4675780"/>
            <a:ext cx="203438" cy="5195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9"/>
          <p:cNvSpPr txBox="1">
            <a:spLocks noGrp="1"/>
          </p:cNvSpPr>
          <p:nvPr>
            <p:ph type="sldNum" idx="12"/>
          </p:nvPr>
        </p:nvSpPr>
        <p:spPr>
          <a:xfrm>
            <a:off x="8543832" y="4779548"/>
            <a:ext cx="434700" cy="311700"/>
          </a:xfrm>
          <a:prstGeom prst="rect">
            <a:avLst/>
          </a:prstGeom>
        </p:spPr>
        <p:txBody>
          <a:bodyPr spcFirstLastPara="1" wrap="square" lIns="72425" tIns="72425" rIns="72425" bIns="72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51"/>
              <a:t>6</a:t>
            </a:fld>
            <a:endParaRPr sz="951"/>
          </a:p>
        </p:txBody>
      </p:sp>
      <p:pic>
        <p:nvPicPr>
          <p:cNvPr id="143" name="Google Shape;143;p19" title="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900" y="4528549"/>
            <a:ext cx="464525" cy="46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9" title="Angle_02.png"/>
          <p:cNvPicPr preferRelativeResize="0"/>
          <p:nvPr/>
        </p:nvPicPr>
        <p:blipFill rotWithShape="1">
          <a:blip r:embed="rId5">
            <a:alphaModFix/>
          </a:blip>
          <a:srcRect l="36924" t="24772" r="19599" b="36443"/>
          <a:stretch/>
        </p:blipFill>
        <p:spPr>
          <a:xfrm flipH="1">
            <a:off x="8211700" y="4306801"/>
            <a:ext cx="797373" cy="711327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>
            <a:spLocks noGrp="1"/>
          </p:cNvSpPr>
          <p:nvPr>
            <p:ph type="sldNum" idx="12"/>
          </p:nvPr>
        </p:nvSpPr>
        <p:spPr>
          <a:xfrm>
            <a:off x="8543832" y="4659548"/>
            <a:ext cx="434700" cy="311700"/>
          </a:xfrm>
          <a:prstGeom prst="rect">
            <a:avLst/>
          </a:prstGeom>
        </p:spPr>
        <p:txBody>
          <a:bodyPr spcFirstLastPara="1" wrap="square" lIns="72425" tIns="72425" rIns="72425" bIns="72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51">
                <a:solidFill>
                  <a:srgbClr val="000000"/>
                </a:solidFill>
              </a:rPr>
              <a:t>6</a:t>
            </a:fld>
            <a:endParaRPr sz="951">
              <a:solidFill>
                <a:srgbClr val="000000"/>
              </a:solidFill>
            </a:endParaRPr>
          </a:p>
        </p:txBody>
      </p:sp>
      <p:pic>
        <p:nvPicPr>
          <p:cNvPr id="146" name="Google Shape;146;p19" title="Alpha_Cross_03.png"/>
          <p:cNvPicPr preferRelativeResize="0"/>
          <p:nvPr/>
        </p:nvPicPr>
        <p:blipFill rotWithShape="1">
          <a:blip r:embed="rId6">
            <a:alphaModFix/>
          </a:blip>
          <a:srcRect l="6814" t="35405" r="65261" b="38255"/>
          <a:stretch/>
        </p:blipFill>
        <p:spPr>
          <a:xfrm rot="4500000">
            <a:off x="7318649" y="203400"/>
            <a:ext cx="434697" cy="409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9" title="Alpha_Cross_03.png"/>
          <p:cNvPicPr preferRelativeResize="0"/>
          <p:nvPr/>
        </p:nvPicPr>
        <p:blipFill rotWithShape="1">
          <a:blip r:embed="rId6">
            <a:alphaModFix/>
          </a:blip>
          <a:srcRect l="64185" t="35405" r="5974" b="38255"/>
          <a:stretch/>
        </p:blipFill>
        <p:spPr>
          <a:xfrm rot="4499978">
            <a:off x="8211700" y="205776"/>
            <a:ext cx="464531" cy="409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9" title="Alpha_Cross_03.png"/>
          <p:cNvPicPr preferRelativeResize="0"/>
          <p:nvPr/>
        </p:nvPicPr>
        <p:blipFill rotWithShape="1">
          <a:blip r:embed="rId6">
            <a:alphaModFix/>
          </a:blip>
          <a:srcRect l="36257" t="35405" r="35819" b="38255"/>
          <a:stretch/>
        </p:blipFill>
        <p:spPr>
          <a:xfrm>
            <a:off x="7777001" y="203400"/>
            <a:ext cx="434698" cy="409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9" title="ArtDirection.png"/>
          <p:cNvPicPr preferRelativeResize="0"/>
          <p:nvPr/>
        </p:nvPicPr>
        <p:blipFill rotWithShape="1">
          <a:blip r:embed="rId7">
            <a:alphaModFix/>
          </a:blip>
          <a:srcRect t="36342" b="42524"/>
          <a:stretch/>
        </p:blipFill>
        <p:spPr>
          <a:xfrm>
            <a:off x="3102588" y="640594"/>
            <a:ext cx="2938800" cy="349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0" title="SlotPPTX_003_InvBis.png"/>
          <p:cNvPicPr preferRelativeResize="0"/>
          <p:nvPr/>
        </p:nvPicPr>
        <p:blipFill rotWithShape="1">
          <a:blip r:embed="rId3">
            <a:alphaModFix/>
          </a:blip>
          <a:srcRect l="42860" t="17957" r="42979" b="17751"/>
          <a:stretch/>
        </p:blipFill>
        <p:spPr>
          <a:xfrm rot="-5400000">
            <a:off x="8671200" y="4675780"/>
            <a:ext cx="203438" cy="5195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0"/>
          <p:cNvSpPr txBox="1">
            <a:spLocks noGrp="1"/>
          </p:cNvSpPr>
          <p:nvPr>
            <p:ph type="sldNum" idx="12"/>
          </p:nvPr>
        </p:nvSpPr>
        <p:spPr>
          <a:xfrm>
            <a:off x="8543832" y="4779548"/>
            <a:ext cx="434700" cy="311700"/>
          </a:xfrm>
          <a:prstGeom prst="rect">
            <a:avLst/>
          </a:prstGeom>
        </p:spPr>
        <p:txBody>
          <a:bodyPr spcFirstLastPara="1" wrap="square" lIns="72425" tIns="72425" rIns="72425" bIns="72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51"/>
              <a:t>7</a:t>
            </a:fld>
            <a:endParaRPr sz="951"/>
          </a:p>
        </p:txBody>
      </p:sp>
      <p:pic>
        <p:nvPicPr>
          <p:cNvPr id="156" name="Google Shape;156;p20" title="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900" y="4528549"/>
            <a:ext cx="464525" cy="46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0" title="Angle_02.png"/>
          <p:cNvPicPr preferRelativeResize="0"/>
          <p:nvPr/>
        </p:nvPicPr>
        <p:blipFill rotWithShape="1">
          <a:blip r:embed="rId5">
            <a:alphaModFix/>
          </a:blip>
          <a:srcRect l="36924" t="24772" r="19599" b="36443"/>
          <a:stretch/>
        </p:blipFill>
        <p:spPr>
          <a:xfrm flipH="1">
            <a:off x="8211700" y="4306801"/>
            <a:ext cx="797373" cy="711327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0"/>
          <p:cNvSpPr txBox="1">
            <a:spLocks noGrp="1"/>
          </p:cNvSpPr>
          <p:nvPr>
            <p:ph type="sldNum" idx="12"/>
          </p:nvPr>
        </p:nvSpPr>
        <p:spPr>
          <a:xfrm>
            <a:off x="8543832" y="4659548"/>
            <a:ext cx="434700" cy="311700"/>
          </a:xfrm>
          <a:prstGeom prst="rect">
            <a:avLst/>
          </a:prstGeom>
        </p:spPr>
        <p:txBody>
          <a:bodyPr spcFirstLastPara="1" wrap="square" lIns="72425" tIns="72425" rIns="72425" bIns="72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51">
                <a:solidFill>
                  <a:srgbClr val="000000"/>
                </a:solidFill>
              </a:rPr>
              <a:t>7</a:t>
            </a:fld>
            <a:endParaRPr sz="951">
              <a:solidFill>
                <a:srgbClr val="000000"/>
              </a:solidFill>
            </a:endParaRPr>
          </a:p>
        </p:txBody>
      </p:sp>
      <p:pic>
        <p:nvPicPr>
          <p:cNvPr id="159" name="Google Shape;159;p20" title="Alpha_Cross_03.png"/>
          <p:cNvPicPr preferRelativeResize="0"/>
          <p:nvPr/>
        </p:nvPicPr>
        <p:blipFill rotWithShape="1">
          <a:blip r:embed="rId6">
            <a:alphaModFix/>
          </a:blip>
          <a:srcRect l="6814" t="35405" r="65261" b="38255"/>
          <a:stretch/>
        </p:blipFill>
        <p:spPr>
          <a:xfrm rot="5400000">
            <a:off x="7318648" y="203401"/>
            <a:ext cx="434698" cy="409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0" title="Alpha_Cross_03.png"/>
          <p:cNvPicPr preferRelativeResize="0"/>
          <p:nvPr/>
        </p:nvPicPr>
        <p:blipFill rotWithShape="1">
          <a:blip r:embed="rId6">
            <a:alphaModFix/>
          </a:blip>
          <a:srcRect l="64185" t="35405" r="5974" b="38255"/>
          <a:stretch/>
        </p:blipFill>
        <p:spPr>
          <a:xfrm rot="5399963">
            <a:off x="8211700" y="205776"/>
            <a:ext cx="464531" cy="409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0" title="Alpha_Cross_03.png"/>
          <p:cNvPicPr preferRelativeResize="0"/>
          <p:nvPr/>
        </p:nvPicPr>
        <p:blipFill rotWithShape="1">
          <a:blip r:embed="rId6">
            <a:alphaModFix/>
          </a:blip>
          <a:srcRect l="36257" t="35405" r="35819" b="38255"/>
          <a:stretch/>
        </p:blipFill>
        <p:spPr>
          <a:xfrm>
            <a:off x="7777001" y="203400"/>
            <a:ext cx="434698" cy="409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0" title="Chara.png"/>
          <p:cNvPicPr preferRelativeResize="0"/>
          <p:nvPr/>
        </p:nvPicPr>
        <p:blipFill rotWithShape="1">
          <a:blip r:embed="rId7">
            <a:alphaModFix/>
          </a:blip>
          <a:srcRect t="34193" b="41140"/>
          <a:stretch/>
        </p:blipFill>
        <p:spPr>
          <a:xfrm>
            <a:off x="3262225" y="633550"/>
            <a:ext cx="2619552" cy="363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1" title="SlotPPTX_003_InvBis.png"/>
          <p:cNvPicPr preferRelativeResize="0"/>
          <p:nvPr/>
        </p:nvPicPr>
        <p:blipFill rotWithShape="1">
          <a:blip r:embed="rId3">
            <a:alphaModFix/>
          </a:blip>
          <a:srcRect l="42860" t="17957" r="42979" b="17751"/>
          <a:stretch/>
        </p:blipFill>
        <p:spPr>
          <a:xfrm rot="-5400000">
            <a:off x="8671200" y="4675780"/>
            <a:ext cx="203438" cy="51957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1"/>
          <p:cNvSpPr txBox="1">
            <a:spLocks noGrp="1"/>
          </p:cNvSpPr>
          <p:nvPr>
            <p:ph type="sldNum" idx="12"/>
          </p:nvPr>
        </p:nvSpPr>
        <p:spPr>
          <a:xfrm>
            <a:off x="8543832" y="4779548"/>
            <a:ext cx="434700" cy="311700"/>
          </a:xfrm>
          <a:prstGeom prst="rect">
            <a:avLst/>
          </a:prstGeom>
        </p:spPr>
        <p:txBody>
          <a:bodyPr spcFirstLastPara="1" wrap="square" lIns="72425" tIns="72425" rIns="72425" bIns="72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51"/>
              <a:t>8</a:t>
            </a:fld>
            <a:endParaRPr sz="951"/>
          </a:p>
        </p:txBody>
      </p:sp>
      <p:pic>
        <p:nvPicPr>
          <p:cNvPr id="169" name="Google Shape;169;p21" title="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900" y="4528549"/>
            <a:ext cx="464525" cy="46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1" title="Angle_02.png"/>
          <p:cNvPicPr preferRelativeResize="0"/>
          <p:nvPr/>
        </p:nvPicPr>
        <p:blipFill rotWithShape="1">
          <a:blip r:embed="rId5">
            <a:alphaModFix/>
          </a:blip>
          <a:srcRect l="36924" t="24772" r="19599" b="36443"/>
          <a:stretch/>
        </p:blipFill>
        <p:spPr>
          <a:xfrm flipH="1">
            <a:off x="8211700" y="4306801"/>
            <a:ext cx="797373" cy="711327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1"/>
          <p:cNvSpPr txBox="1">
            <a:spLocks noGrp="1"/>
          </p:cNvSpPr>
          <p:nvPr>
            <p:ph type="sldNum" idx="12"/>
          </p:nvPr>
        </p:nvSpPr>
        <p:spPr>
          <a:xfrm>
            <a:off x="8543832" y="4659548"/>
            <a:ext cx="434700" cy="311700"/>
          </a:xfrm>
          <a:prstGeom prst="rect">
            <a:avLst/>
          </a:prstGeom>
        </p:spPr>
        <p:txBody>
          <a:bodyPr spcFirstLastPara="1" wrap="square" lIns="72425" tIns="72425" rIns="72425" bIns="72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51">
                <a:solidFill>
                  <a:srgbClr val="000000"/>
                </a:solidFill>
              </a:rPr>
              <a:t>8</a:t>
            </a:fld>
            <a:endParaRPr sz="951">
              <a:solidFill>
                <a:srgbClr val="000000"/>
              </a:solidFill>
            </a:endParaRPr>
          </a:p>
        </p:txBody>
      </p:sp>
      <p:pic>
        <p:nvPicPr>
          <p:cNvPr id="172" name="Google Shape;172;p21" title="Alpha_Cross_03.png"/>
          <p:cNvPicPr preferRelativeResize="0"/>
          <p:nvPr/>
        </p:nvPicPr>
        <p:blipFill rotWithShape="1">
          <a:blip r:embed="rId6">
            <a:alphaModFix/>
          </a:blip>
          <a:srcRect l="6814" t="35405" r="65261" b="38255"/>
          <a:stretch/>
        </p:blipFill>
        <p:spPr>
          <a:xfrm rot="5400000">
            <a:off x="7318648" y="203401"/>
            <a:ext cx="434698" cy="409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1" title="Alpha_Cross_03.png"/>
          <p:cNvPicPr preferRelativeResize="0"/>
          <p:nvPr/>
        </p:nvPicPr>
        <p:blipFill rotWithShape="1">
          <a:blip r:embed="rId6">
            <a:alphaModFix/>
          </a:blip>
          <a:srcRect l="64185" t="35405" r="5974" b="38255"/>
          <a:stretch/>
        </p:blipFill>
        <p:spPr>
          <a:xfrm rot="5399963">
            <a:off x="8211700" y="205776"/>
            <a:ext cx="464531" cy="409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1" title="Alpha_Cross_03.png"/>
          <p:cNvPicPr preferRelativeResize="0"/>
          <p:nvPr/>
        </p:nvPicPr>
        <p:blipFill rotWithShape="1">
          <a:blip r:embed="rId6">
            <a:alphaModFix/>
          </a:blip>
          <a:srcRect l="36257" t="35405" r="35819" b="38255"/>
          <a:stretch/>
        </p:blipFill>
        <p:spPr>
          <a:xfrm>
            <a:off x="7777001" y="203400"/>
            <a:ext cx="434698" cy="409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1" title="Envi.png"/>
          <p:cNvPicPr preferRelativeResize="0"/>
          <p:nvPr/>
        </p:nvPicPr>
        <p:blipFill rotWithShape="1">
          <a:blip r:embed="rId7">
            <a:alphaModFix/>
          </a:blip>
          <a:srcRect t="36342" b="42128"/>
          <a:stretch/>
        </p:blipFill>
        <p:spPr>
          <a:xfrm>
            <a:off x="3202913" y="649488"/>
            <a:ext cx="2738174" cy="33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2" title="Angle_02.png"/>
          <p:cNvPicPr preferRelativeResize="0"/>
          <p:nvPr/>
        </p:nvPicPr>
        <p:blipFill rotWithShape="1">
          <a:blip r:embed="rId3">
            <a:alphaModFix/>
          </a:blip>
          <a:srcRect l="36924" t="24772" r="19599" b="36443"/>
          <a:stretch/>
        </p:blipFill>
        <p:spPr>
          <a:xfrm flipH="1">
            <a:off x="8211700" y="4306801"/>
            <a:ext cx="797373" cy="711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2" title="Alpha_cercle_04.png"/>
          <p:cNvPicPr preferRelativeResize="0"/>
          <p:nvPr/>
        </p:nvPicPr>
        <p:blipFill rotWithShape="1">
          <a:blip r:embed="rId4">
            <a:alphaModFix/>
          </a:blip>
          <a:srcRect l="34637" t="33786" r="36123" b="34703"/>
          <a:stretch/>
        </p:blipFill>
        <p:spPr>
          <a:xfrm>
            <a:off x="7480725" y="2670250"/>
            <a:ext cx="227912" cy="245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2" title="LOG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4900" y="4528549"/>
            <a:ext cx="464525" cy="46452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2"/>
          <p:cNvSpPr txBox="1">
            <a:spLocks noGrp="1"/>
          </p:cNvSpPr>
          <p:nvPr>
            <p:ph type="title"/>
          </p:nvPr>
        </p:nvSpPr>
        <p:spPr>
          <a:xfrm>
            <a:off x="245575" y="122050"/>
            <a:ext cx="2104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2620">
                <a:solidFill>
                  <a:srgbClr val="000000"/>
                </a:solidFill>
                <a:latin typeface="Impact"/>
                <a:ea typeface="Impact"/>
                <a:cs typeface="Impact"/>
                <a:sym typeface="Impact"/>
              </a:rPr>
              <a:t>TEAM</a:t>
            </a:r>
            <a:r>
              <a:rPr lang="fr" sz="2620">
                <a:solidFill>
                  <a:srgbClr val="F9F9F9"/>
                </a:solidFill>
                <a:latin typeface="Impact"/>
                <a:ea typeface="Impact"/>
                <a:cs typeface="Impact"/>
                <a:sym typeface="Impact"/>
              </a:rPr>
              <a:t> </a:t>
            </a:r>
            <a:r>
              <a:rPr lang="fr" sz="2220">
                <a:solidFill>
                  <a:schemeClr val="accent1"/>
                </a:solidFill>
                <a:latin typeface="Impact"/>
                <a:ea typeface="Impact"/>
                <a:cs typeface="Impact"/>
                <a:sym typeface="Impact"/>
              </a:rPr>
              <a:t>.</a:t>
            </a:r>
            <a:endParaRPr sz="2220">
              <a:solidFill>
                <a:schemeClr val="accen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84" name="Google Shape;184;p22"/>
          <p:cNvSpPr txBox="1"/>
          <p:nvPr/>
        </p:nvSpPr>
        <p:spPr>
          <a:xfrm>
            <a:off x="2466192" y="1884585"/>
            <a:ext cx="1289100" cy="4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525" tIns="48525" rIns="48525" bIns="485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latin typeface="Roboto Black"/>
                <a:ea typeface="Roboto Black"/>
                <a:cs typeface="Roboto Black"/>
                <a:sym typeface="Roboto Black"/>
              </a:rPr>
              <a:t>DASILVA</a:t>
            </a:r>
            <a:endParaRPr sz="1500">
              <a:latin typeface="Roboto Black"/>
              <a:ea typeface="Roboto Black"/>
              <a:cs typeface="Roboto Black"/>
              <a:sym typeface="Roboto Black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latin typeface="Roboto Black"/>
                <a:ea typeface="Roboto Black"/>
                <a:cs typeface="Roboto Black"/>
                <a:sym typeface="Roboto Black"/>
              </a:rPr>
              <a:t>JALEO</a:t>
            </a:r>
            <a:endParaRPr sz="1500"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85" name="Google Shape;185;p22"/>
          <p:cNvSpPr txBox="1"/>
          <p:nvPr/>
        </p:nvSpPr>
        <p:spPr>
          <a:xfrm>
            <a:off x="4040857" y="1884167"/>
            <a:ext cx="1106400" cy="4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525" tIns="48525" rIns="48525" bIns="485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latin typeface="Roboto Black"/>
                <a:ea typeface="Roboto Black"/>
                <a:cs typeface="Roboto Black"/>
                <a:sym typeface="Roboto Black"/>
              </a:rPr>
              <a:t>DROUET</a:t>
            </a:r>
            <a:endParaRPr sz="1500">
              <a:latin typeface="Roboto Black"/>
              <a:ea typeface="Roboto Black"/>
              <a:cs typeface="Roboto Black"/>
              <a:sym typeface="Roboto Black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latin typeface="Roboto Black"/>
                <a:ea typeface="Roboto Black"/>
                <a:cs typeface="Roboto Black"/>
                <a:sym typeface="Roboto Black"/>
              </a:rPr>
              <a:t>HUGO</a:t>
            </a:r>
            <a:endParaRPr sz="1500">
              <a:latin typeface="Roboto Black"/>
              <a:ea typeface="Roboto Black"/>
              <a:cs typeface="Roboto Black"/>
              <a:sym typeface="Roboto Black"/>
            </a:endParaRPr>
          </a:p>
        </p:txBody>
      </p:sp>
      <p:pic>
        <p:nvPicPr>
          <p:cNvPr id="186" name="Google Shape;186;p22" title="Hugo.png"/>
          <p:cNvPicPr preferRelativeResize="0"/>
          <p:nvPr/>
        </p:nvPicPr>
        <p:blipFill rotWithShape="1">
          <a:blip r:embed="rId6">
            <a:alphaModFix/>
          </a:blip>
          <a:srcRect l="29887" t="29836" r="29790" b="30061"/>
          <a:stretch/>
        </p:blipFill>
        <p:spPr>
          <a:xfrm>
            <a:off x="4060950" y="824185"/>
            <a:ext cx="1066214" cy="1060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2" title="Jaleo.png"/>
          <p:cNvPicPr preferRelativeResize="0"/>
          <p:nvPr/>
        </p:nvPicPr>
        <p:blipFill rotWithShape="1">
          <a:blip r:embed="rId6">
            <a:alphaModFix/>
          </a:blip>
          <a:srcRect l="29743" t="30170" r="30215" b="30102"/>
          <a:stretch/>
        </p:blipFill>
        <p:spPr>
          <a:xfrm>
            <a:off x="2581395" y="829137"/>
            <a:ext cx="1058787" cy="10504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8" name="Google Shape;188;p22"/>
          <p:cNvGrpSpPr/>
          <p:nvPr/>
        </p:nvGrpSpPr>
        <p:grpSpPr>
          <a:xfrm>
            <a:off x="5464712" y="775004"/>
            <a:ext cx="1180991" cy="1158367"/>
            <a:chOff x="768638" y="3180750"/>
            <a:chExt cx="1025700" cy="1006051"/>
          </a:xfrm>
        </p:grpSpPr>
        <p:pic>
          <p:nvPicPr>
            <p:cNvPr id="189" name="Google Shape;189;p22" title="paulin.png"/>
            <p:cNvPicPr preferRelativeResize="0"/>
            <p:nvPr/>
          </p:nvPicPr>
          <p:blipFill rotWithShape="1">
            <a:blip r:embed="rId6">
              <a:alphaModFix/>
            </a:blip>
            <a:srcRect l="26437" t="26833" r="28898" b="29357"/>
            <a:stretch/>
          </p:blipFill>
          <p:spPr>
            <a:xfrm>
              <a:off x="768638" y="3180750"/>
              <a:ext cx="1025700" cy="1006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0" name="Google Shape;190;p2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893331" y="3305734"/>
              <a:ext cx="817762" cy="81773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1" name="Google Shape;191;p22"/>
          <p:cNvSpPr txBox="1"/>
          <p:nvPr/>
        </p:nvSpPr>
        <p:spPr>
          <a:xfrm>
            <a:off x="5432790" y="1883405"/>
            <a:ext cx="1245000" cy="4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525" tIns="48525" rIns="48525" bIns="485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latin typeface="Roboto Black"/>
                <a:ea typeface="Roboto Black"/>
                <a:cs typeface="Roboto Black"/>
                <a:sym typeface="Roboto Black"/>
              </a:rPr>
              <a:t>FERNANDES</a:t>
            </a:r>
            <a:endParaRPr sz="1500">
              <a:latin typeface="Roboto Black"/>
              <a:ea typeface="Roboto Black"/>
              <a:cs typeface="Roboto Black"/>
              <a:sym typeface="Roboto Black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latin typeface="Roboto Black"/>
                <a:ea typeface="Roboto Black"/>
                <a:cs typeface="Roboto Black"/>
                <a:sym typeface="Roboto Black"/>
              </a:rPr>
              <a:t>AUDREY</a:t>
            </a:r>
            <a:endParaRPr sz="1500">
              <a:latin typeface="Roboto Black"/>
              <a:ea typeface="Roboto Black"/>
              <a:cs typeface="Roboto Black"/>
              <a:sym typeface="Roboto Black"/>
            </a:endParaRPr>
          </a:p>
        </p:txBody>
      </p:sp>
      <p:pic>
        <p:nvPicPr>
          <p:cNvPr id="192" name="Google Shape;192;p22" title="Hugo.png"/>
          <p:cNvPicPr preferRelativeResize="0"/>
          <p:nvPr/>
        </p:nvPicPr>
        <p:blipFill rotWithShape="1">
          <a:blip r:embed="rId8">
            <a:alphaModFix/>
          </a:blip>
          <a:srcRect l="29887" t="29836" r="29790" b="30061"/>
          <a:stretch/>
        </p:blipFill>
        <p:spPr>
          <a:xfrm>
            <a:off x="4076572" y="838562"/>
            <a:ext cx="1039663" cy="1033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2" title="Jaleo.png"/>
          <p:cNvPicPr preferRelativeResize="0"/>
          <p:nvPr/>
        </p:nvPicPr>
        <p:blipFill rotWithShape="1">
          <a:blip r:embed="rId9">
            <a:alphaModFix/>
          </a:blip>
          <a:srcRect l="29743" t="30170" r="30215" b="30102"/>
          <a:stretch/>
        </p:blipFill>
        <p:spPr>
          <a:xfrm>
            <a:off x="2592447" y="843390"/>
            <a:ext cx="1032421" cy="10243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4" name="Google Shape;194;p22"/>
          <p:cNvGrpSpPr/>
          <p:nvPr/>
        </p:nvGrpSpPr>
        <p:grpSpPr>
          <a:xfrm>
            <a:off x="5480853" y="790515"/>
            <a:ext cx="1151553" cy="1129493"/>
            <a:chOff x="768638" y="3180750"/>
            <a:chExt cx="1025700" cy="1006051"/>
          </a:xfrm>
        </p:grpSpPr>
        <p:pic>
          <p:nvPicPr>
            <p:cNvPr id="195" name="Google Shape;195;p22" title="paulin.png"/>
            <p:cNvPicPr preferRelativeResize="0"/>
            <p:nvPr/>
          </p:nvPicPr>
          <p:blipFill rotWithShape="1">
            <a:blip r:embed="rId10">
              <a:alphaModFix/>
            </a:blip>
            <a:srcRect l="26437" t="26833" r="28898" b="29357"/>
            <a:stretch/>
          </p:blipFill>
          <p:spPr>
            <a:xfrm>
              <a:off x="768638" y="3180750"/>
              <a:ext cx="1025700" cy="1006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" name="Google Shape;196;p22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893331" y="3305734"/>
              <a:ext cx="817762" cy="81773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97" name="Google Shape;197;p22" title="valentine.png"/>
          <p:cNvPicPr preferRelativeResize="0"/>
          <p:nvPr/>
        </p:nvPicPr>
        <p:blipFill rotWithShape="1">
          <a:blip r:embed="rId6">
            <a:alphaModFix/>
          </a:blip>
          <a:srcRect l="28310" t="30279" r="29480" b="26863"/>
          <a:stretch/>
        </p:blipFill>
        <p:spPr>
          <a:xfrm>
            <a:off x="1657888" y="2820182"/>
            <a:ext cx="1118557" cy="11356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2" title="mattheo.png"/>
          <p:cNvPicPr preferRelativeResize="0"/>
          <p:nvPr/>
        </p:nvPicPr>
        <p:blipFill rotWithShape="1">
          <a:blip r:embed="rId6">
            <a:alphaModFix/>
          </a:blip>
          <a:srcRect l="28176" t="30277" r="29612" b="29353"/>
          <a:stretch/>
        </p:blipFill>
        <p:spPr>
          <a:xfrm>
            <a:off x="3203312" y="2853141"/>
            <a:ext cx="1118565" cy="1069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2" title="nastasia.png"/>
          <p:cNvPicPr preferRelativeResize="0"/>
          <p:nvPr/>
        </p:nvPicPr>
        <p:blipFill rotWithShape="1">
          <a:blip r:embed="rId6">
            <a:alphaModFix/>
          </a:blip>
          <a:srcRect l="27917" t="29373" r="27416" b="27771"/>
          <a:stretch/>
        </p:blipFill>
        <p:spPr>
          <a:xfrm>
            <a:off x="6302472" y="2820167"/>
            <a:ext cx="1183649" cy="1135698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2"/>
          <p:cNvSpPr txBox="1"/>
          <p:nvPr/>
        </p:nvSpPr>
        <p:spPr>
          <a:xfrm>
            <a:off x="1596701" y="3955875"/>
            <a:ext cx="1245000" cy="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650" tIns="48650" rIns="48650" bIns="486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latin typeface="Roboto Black"/>
                <a:ea typeface="Roboto Black"/>
                <a:cs typeface="Roboto Black"/>
                <a:sym typeface="Roboto Black"/>
              </a:rPr>
              <a:t>FUHRMANN</a:t>
            </a:r>
            <a:endParaRPr sz="1500">
              <a:latin typeface="Roboto Black"/>
              <a:ea typeface="Roboto Black"/>
              <a:cs typeface="Roboto Black"/>
              <a:sym typeface="Roboto Black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latin typeface="Roboto Black"/>
                <a:ea typeface="Roboto Black"/>
                <a:cs typeface="Roboto Black"/>
                <a:sym typeface="Roboto Black"/>
              </a:rPr>
              <a:t>VALENTINE</a:t>
            </a:r>
            <a:endParaRPr sz="1500">
              <a:latin typeface="Roboto Black"/>
              <a:ea typeface="Roboto Black"/>
              <a:cs typeface="Roboto Black"/>
              <a:sym typeface="Roboto Black"/>
            </a:endParaRPr>
          </a:p>
        </p:txBody>
      </p:sp>
      <p:grpSp>
        <p:nvGrpSpPr>
          <p:cNvPr id="201" name="Google Shape;201;p22"/>
          <p:cNvGrpSpPr/>
          <p:nvPr/>
        </p:nvGrpSpPr>
        <p:grpSpPr>
          <a:xfrm>
            <a:off x="4752914" y="2820190"/>
            <a:ext cx="1118573" cy="1135709"/>
            <a:chOff x="2487225" y="726876"/>
            <a:chExt cx="969300" cy="984150"/>
          </a:xfrm>
        </p:grpSpPr>
        <p:pic>
          <p:nvPicPr>
            <p:cNvPr id="202" name="Google Shape;202;p22" title="valentine.png"/>
            <p:cNvPicPr preferRelativeResize="0"/>
            <p:nvPr/>
          </p:nvPicPr>
          <p:blipFill rotWithShape="1">
            <a:blip r:embed="rId6">
              <a:alphaModFix/>
            </a:blip>
            <a:srcRect l="28310" t="30279" r="29480" b="26863"/>
            <a:stretch/>
          </p:blipFill>
          <p:spPr>
            <a:xfrm>
              <a:off x="2487225" y="726876"/>
              <a:ext cx="969300" cy="984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3" name="Google Shape;203;p22" title="Sans titre-2.png"/>
            <p:cNvPicPr preferRelativeResize="0"/>
            <p:nvPr/>
          </p:nvPicPr>
          <p:blipFill rotWithShape="1">
            <a:blip r:embed="rId12">
              <a:alphaModFix/>
            </a:blip>
            <a:srcRect l="27774" t="10800" r="28021" b="10824"/>
            <a:stretch/>
          </p:blipFill>
          <p:spPr>
            <a:xfrm>
              <a:off x="2553115" y="757693"/>
              <a:ext cx="851899" cy="8495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4" name="Google Shape;204;p22"/>
          <p:cNvSpPr txBox="1"/>
          <p:nvPr/>
        </p:nvSpPr>
        <p:spPr>
          <a:xfrm>
            <a:off x="3205391" y="3955878"/>
            <a:ext cx="1118700" cy="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650" tIns="48650" rIns="48650" bIns="486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latin typeface="Roboto Black"/>
                <a:ea typeface="Roboto Black"/>
                <a:cs typeface="Roboto Black"/>
                <a:sym typeface="Roboto Black"/>
              </a:rPr>
              <a:t>LEJEWSKI</a:t>
            </a:r>
            <a:endParaRPr sz="1500">
              <a:latin typeface="Roboto Black"/>
              <a:ea typeface="Roboto Black"/>
              <a:cs typeface="Roboto Black"/>
              <a:sym typeface="Roboto Black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latin typeface="Roboto Black"/>
                <a:ea typeface="Roboto Black"/>
                <a:cs typeface="Roboto Black"/>
                <a:sym typeface="Roboto Black"/>
              </a:rPr>
              <a:t>MATTHEO</a:t>
            </a:r>
            <a:endParaRPr sz="1500"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05" name="Google Shape;205;p22"/>
          <p:cNvSpPr txBox="1"/>
          <p:nvPr/>
        </p:nvSpPr>
        <p:spPr>
          <a:xfrm>
            <a:off x="4753933" y="3955878"/>
            <a:ext cx="1118700" cy="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650" tIns="48650" rIns="48650" bIns="486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latin typeface="Roboto Black"/>
                <a:ea typeface="Roboto Black"/>
                <a:cs typeface="Roboto Black"/>
                <a:sym typeface="Roboto Black"/>
              </a:rPr>
              <a:t>MOREAU</a:t>
            </a:r>
            <a:endParaRPr sz="1500">
              <a:latin typeface="Roboto Black"/>
              <a:ea typeface="Roboto Black"/>
              <a:cs typeface="Roboto Black"/>
              <a:sym typeface="Roboto Black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latin typeface="Roboto Black"/>
                <a:ea typeface="Roboto Black"/>
                <a:cs typeface="Roboto Black"/>
                <a:sym typeface="Roboto Black"/>
              </a:rPr>
              <a:t>PAULIN</a:t>
            </a:r>
            <a:endParaRPr sz="1500"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06" name="Google Shape;206;p22"/>
          <p:cNvSpPr txBox="1"/>
          <p:nvPr/>
        </p:nvSpPr>
        <p:spPr>
          <a:xfrm>
            <a:off x="6300398" y="3955878"/>
            <a:ext cx="1118700" cy="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650" tIns="48650" rIns="48650" bIns="486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latin typeface="Roboto Black"/>
                <a:ea typeface="Roboto Black"/>
                <a:cs typeface="Roboto Black"/>
                <a:sym typeface="Roboto Black"/>
              </a:rPr>
              <a:t>TRUFFER</a:t>
            </a:r>
            <a:endParaRPr sz="1500">
              <a:latin typeface="Roboto Black"/>
              <a:ea typeface="Roboto Black"/>
              <a:cs typeface="Roboto Black"/>
              <a:sym typeface="Roboto Black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latin typeface="Roboto Black"/>
                <a:ea typeface="Roboto Black"/>
                <a:cs typeface="Roboto Black"/>
                <a:sym typeface="Roboto Black"/>
              </a:rPr>
              <a:t>NASTASIA</a:t>
            </a:r>
            <a:endParaRPr sz="1500">
              <a:latin typeface="Roboto Black"/>
              <a:ea typeface="Roboto Black"/>
              <a:cs typeface="Roboto Black"/>
              <a:sym typeface="Roboto Black"/>
            </a:endParaRPr>
          </a:p>
        </p:txBody>
      </p:sp>
      <p:pic>
        <p:nvPicPr>
          <p:cNvPr id="207" name="Google Shape;207;p22" title="valentine.png"/>
          <p:cNvPicPr preferRelativeResize="0"/>
          <p:nvPr/>
        </p:nvPicPr>
        <p:blipFill rotWithShape="1">
          <a:blip r:embed="rId13">
            <a:alphaModFix/>
          </a:blip>
          <a:srcRect l="28310" t="30279" r="29480" b="26863"/>
          <a:stretch/>
        </p:blipFill>
        <p:spPr>
          <a:xfrm>
            <a:off x="1671294" y="2832464"/>
            <a:ext cx="1092882" cy="1109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2" title="mattheo.png"/>
          <p:cNvPicPr preferRelativeResize="0"/>
          <p:nvPr/>
        </p:nvPicPr>
        <p:blipFill rotWithShape="1">
          <a:blip r:embed="rId14">
            <a:alphaModFix/>
          </a:blip>
          <a:srcRect l="28176" t="30277" r="29612" b="29353"/>
          <a:stretch/>
        </p:blipFill>
        <p:spPr>
          <a:xfrm>
            <a:off x="3215793" y="2864668"/>
            <a:ext cx="1092914" cy="1045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2" title="nastasia.png"/>
          <p:cNvPicPr preferRelativeResize="0"/>
          <p:nvPr/>
        </p:nvPicPr>
        <p:blipFill rotWithShape="1">
          <a:blip r:embed="rId15">
            <a:alphaModFix/>
          </a:blip>
          <a:srcRect l="27917" t="29373" r="27416" b="27771"/>
          <a:stretch/>
        </p:blipFill>
        <p:spPr>
          <a:xfrm>
            <a:off x="6314247" y="2832449"/>
            <a:ext cx="1156507" cy="11096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0" name="Google Shape;210;p22"/>
          <p:cNvGrpSpPr/>
          <p:nvPr/>
        </p:nvGrpSpPr>
        <p:grpSpPr>
          <a:xfrm>
            <a:off x="4765844" y="2832436"/>
            <a:ext cx="1092886" cy="1109629"/>
            <a:chOff x="2487225" y="726876"/>
            <a:chExt cx="969300" cy="984150"/>
          </a:xfrm>
        </p:grpSpPr>
        <p:pic>
          <p:nvPicPr>
            <p:cNvPr id="211" name="Google Shape;211;p22" title="valentine.png"/>
            <p:cNvPicPr preferRelativeResize="0"/>
            <p:nvPr/>
          </p:nvPicPr>
          <p:blipFill rotWithShape="1">
            <a:blip r:embed="rId13">
              <a:alphaModFix/>
            </a:blip>
            <a:srcRect l="28310" t="30279" r="29480" b="26863"/>
            <a:stretch/>
          </p:blipFill>
          <p:spPr>
            <a:xfrm>
              <a:off x="2487225" y="726876"/>
              <a:ext cx="969300" cy="984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2" name="Google Shape;212;p22" title="Sans titre-2.png"/>
            <p:cNvPicPr preferRelativeResize="0"/>
            <p:nvPr/>
          </p:nvPicPr>
          <p:blipFill rotWithShape="1">
            <a:blip r:embed="rId16">
              <a:alphaModFix/>
            </a:blip>
            <a:srcRect l="27774" t="10800" r="28021" b="10824"/>
            <a:stretch/>
          </p:blipFill>
          <p:spPr>
            <a:xfrm>
              <a:off x="2553115" y="757693"/>
              <a:ext cx="851899" cy="8495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3" name="Google Shape;213;p22"/>
          <p:cNvSpPr txBox="1"/>
          <p:nvPr/>
        </p:nvSpPr>
        <p:spPr>
          <a:xfrm>
            <a:off x="2465664" y="2295742"/>
            <a:ext cx="1289100" cy="4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525" tIns="48525" rIns="48525" bIns="485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/>
              <a:t>CHARACTER</a:t>
            </a:r>
            <a:endParaRPr sz="9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/>
              <a:t>ARTIST</a:t>
            </a:r>
            <a:endParaRPr sz="900"/>
          </a:p>
        </p:txBody>
      </p:sp>
      <p:sp>
        <p:nvSpPr>
          <p:cNvPr id="214" name="Google Shape;214;p22"/>
          <p:cNvSpPr txBox="1"/>
          <p:nvPr/>
        </p:nvSpPr>
        <p:spPr>
          <a:xfrm>
            <a:off x="4040329" y="2295324"/>
            <a:ext cx="1106400" cy="4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525" tIns="48525" rIns="48525" bIns="485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/>
              <a:t>ENVIRONMENT ARTIST</a:t>
            </a:r>
            <a:endParaRPr sz="900"/>
          </a:p>
        </p:txBody>
      </p:sp>
      <p:sp>
        <p:nvSpPr>
          <p:cNvPr id="215" name="Google Shape;215;p22"/>
          <p:cNvSpPr txBox="1"/>
          <p:nvPr/>
        </p:nvSpPr>
        <p:spPr>
          <a:xfrm>
            <a:off x="5432261" y="2294562"/>
            <a:ext cx="1245000" cy="4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525" tIns="48525" rIns="48525" bIns="485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/>
              <a:t>FERNANDES</a:t>
            </a:r>
            <a:endParaRPr sz="9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/>
              <a:t>AUDREY</a:t>
            </a:r>
            <a:endParaRPr sz="900"/>
          </a:p>
        </p:txBody>
      </p:sp>
      <p:sp>
        <p:nvSpPr>
          <p:cNvPr id="216" name="Google Shape;216;p22"/>
          <p:cNvSpPr txBox="1"/>
          <p:nvPr/>
        </p:nvSpPr>
        <p:spPr>
          <a:xfrm>
            <a:off x="1657888" y="4413078"/>
            <a:ext cx="1118700" cy="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650" tIns="48650" rIns="48650" bIns="486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/>
              <a:t>ANIMATOR</a:t>
            </a:r>
            <a:endParaRPr sz="900"/>
          </a:p>
        </p:txBody>
      </p:sp>
      <p:sp>
        <p:nvSpPr>
          <p:cNvPr id="217" name="Google Shape;217;p22"/>
          <p:cNvSpPr txBox="1"/>
          <p:nvPr/>
        </p:nvSpPr>
        <p:spPr>
          <a:xfrm>
            <a:off x="3205391" y="4413078"/>
            <a:ext cx="1118700" cy="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650" tIns="48650" rIns="48650" bIns="486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/>
              <a:t>VFX</a:t>
            </a:r>
            <a:endParaRPr sz="9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/>
              <a:t>ARTIST</a:t>
            </a:r>
            <a:endParaRPr sz="900"/>
          </a:p>
        </p:txBody>
      </p:sp>
      <p:sp>
        <p:nvSpPr>
          <p:cNvPr id="218" name="Google Shape;218;p22"/>
          <p:cNvSpPr txBox="1"/>
          <p:nvPr/>
        </p:nvSpPr>
        <p:spPr>
          <a:xfrm>
            <a:off x="4753933" y="4413078"/>
            <a:ext cx="1118700" cy="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650" tIns="48650" rIns="48650" bIns="486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/>
              <a:t>RIG </a:t>
            </a:r>
            <a:endParaRPr sz="9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/>
              <a:t>ARTIST</a:t>
            </a:r>
            <a:endParaRPr sz="900" b="1"/>
          </a:p>
        </p:txBody>
      </p:sp>
      <p:sp>
        <p:nvSpPr>
          <p:cNvPr id="219" name="Google Shape;219;p22"/>
          <p:cNvSpPr txBox="1"/>
          <p:nvPr/>
        </p:nvSpPr>
        <p:spPr>
          <a:xfrm>
            <a:off x="6300398" y="4413078"/>
            <a:ext cx="1118700" cy="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650" tIns="48650" rIns="48650" bIns="486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/>
              <a:t>SOUND </a:t>
            </a:r>
            <a:endParaRPr sz="9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/>
              <a:t>DESIGNER</a:t>
            </a:r>
            <a:endParaRPr sz="900"/>
          </a:p>
        </p:txBody>
      </p:sp>
      <p:sp>
        <p:nvSpPr>
          <p:cNvPr id="220" name="Google Shape;220;p22"/>
          <p:cNvSpPr txBox="1">
            <a:spLocks noGrp="1"/>
          </p:cNvSpPr>
          <p:nvPr>
            <p:ph type="sldNum" idx="12"/>
          </p:nvPr>
        </p:nvSpPr>
        <p:spPr>
          <a:xfrm>
            <a:off x="8543832" y="4659548"/>
            <a:ext cx="434700" cy="311700"/>
          </a:xfrm>
          <a:prstGeom prst="rect">
            <a:avLst/>
          </a:prstGeom>
        </p:spPr>
        <p:txBody>
          <a:bodyPr spcFirstLastPara="1" wrap="square" lIns="72425" tIns="72425" rIns="72425" bIns="72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51">
                <a:solidFill>
                  <a:srgbClr val="000000"/>
                </a:solidFill>
              </a:rPr>
              <a:t>9</a:t>
            </a:fld>
            <a:endParaRPr sz="951">
              <a:solidFill>
                <a:srgbClr val="000000"/>
              </a:solidFill>
            </a:endParaRPr>
          </a:p>
        </p:txBody>
      </p:sp>
      <p:pic>
        <p:nvPicPr>
          <p:cNvPr id="221" name="Google Shape;221;p22" title="Alpha_Cross_03.png"/>
          <p:cNvPicPr preferRelativeResize="0"/>
          <p:nvPr/>
        </p:nvPicPr>
        <p:blipFill rotWithShape="1">
          <a:blip r:embed="rId17">
            <a:alphaModFix/>
          </a:blip>
          <a:srcRect l="36257" t="35405" r="35819" b="38255"/>
          <a:stretch/>
        </p:blipFill>
        <p:spPr>
          <a:xfrm>
            <a:off x="7777001" y="203400"/>
            <a:ext cx="434698" cy="409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2" title="Alpha_Cross_03.png"/>
          <p:cNvPicPr preferRelativeResize="0"/>
          <p:nvPr/>
        </p:nvPicPr>
        <p:blipFill rotWithShape="1">
          <a:blip r:embed="rId17">
            <a:alphaModFix/>
          </a:blip>
          <a:srcRect l="6814" t="35405" r="65261" b="38255"/>
          <a:stretch/>
        </p:blipFill>
        <p:spPr>
          <a:xfrm rot="6300000">
            <a:off x="7318646" y="203401"/>
            <a:ext cx="434698" cy="409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2" title="Alpha_Cross_03.png"/>
          <p:cNvPicPr preferRelativeResize="0"/>
          <p:nvPr/>
        </p:nvPicPr>
        <p:blipFill rotWithShape="1">
          <a:blip r:embed="rId17">
            <a:alphaModFix/>
          </a:blip>
          <a:srcRect l="64185" t="35405" r="5974" b="38255"/>
          <a:stretch/>
        </p:blipFill>
        <p:spPr>
          <a:xfrm rot="6299960">
            <a:off x="8211698" y="205776"/>
            <a:ext cx="464532" cy="40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3"/>
          <p:cNvSpPr txBox="1">
            <a:spLocks noGrp="1"/>
          </p:cNvSpPr>
          <p:nvPr>
            <p:ph type="sldNum" idx="12"/>
          </p:nvPr>
        </p:nvSpPr>
        <p:spPr>
          <a:xfrm>
            <a:off x="8581704" y="4779548"/>
            <a:ext cx="434700" cy="31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10</a:t>
            </a:fld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2661439" y="4386640"/>
            <a:ext cx="3821100" cy="8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0950" tIns="100950" rIns="100950" bIns="100950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678" b="1">
                <a:latin typeface="Unbounded"/>
                <a:ea typeface="Unbounded"/>
                <a:cs typeface="Unbounded"/>
                <a:sym typeface="Unbounded"/>
              </a:rPr>
              <a:t> Merci de nous avoir écouté !</a:t>
            </a:r>
            <a:endParaRPr sz="1678" b="1">
              <a:latin typeface="Unbounded"/>
              <a:ea typeface="Unbounded"/>
              <a:cs typeface="Unbounded"/>
              <a:sym typeface="Unbounded"/>
            </a:endParaRPr>
          </a:p>
        </p:txBody>
      </p:sp>
      <p:pic>
        <p:nvPicPr>
          <p:cNvPr id="230" name="Google Shape;23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6753" y="869762"/>
            <a:ext cx="3468524" cy="2786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3"/>
          <p:cNvPicPr preferRelativeResize="0"/>
          <p:nvPr/>
        </p:nvPicPr>
        <p:blipFill rotWithShape="1">
          <a:blip r:embed="rId4">
            <a:alphaModFix/>
          </a:blip>
          <a:srcRect b="50000"/>
          <a:stretch/>
        </p:blipFill>
        <p:spPr>
          <a:xfrm>
            <a:off x="3176775" y="1333862"/>
            <a:ext cx="3047425" cy="2447775"/>
          </a:xfrm>
          <a:prstGeom prst="rect">
            <a:avLst/>
          </a:prstGeom>
          <a:noFill/>
          <a:ln w="9525" cap="flat" cmpd="sng">
            <a:solidFill>
              <a:srgbClr val="F9F9F9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32" name="Google Shape;232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32600" y="129200"/>
            <a:ext cx="3791625" cy="4267125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33" name="Google Shape;233;p23" title="Angle_02.png"/>
          <p:cNvPicPr preferRelativeResize="0"/>
          <p:nvPr/>
        </p:nvPicPr>
        <p:blipFill rotWithShape="1">
          <a:blip r:embed="rId6">
            <a:alphaModFix/>
          </a:blip>
          <a:srcRect l="36924" t="24772" r="19599" b="36443"/>
          <a:stretch/>
        </p:blipFill>
        <p:spPr>
          <a:xfrm flipH="1">
            <a:off x="8211700" y="4306801"/>
            <a:ext cx="797373" cy="711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3" title="LOGO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4900" y="4528549"/>
            <a:ext cx="464525" cy="46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3" title="Alpha_Cross_03.png"/>
          <p:cNvPicPr preferRelativeResize="0"/>
          <p:nvPr/>
        </p:nvPicPr>
        <p:blipFill rotWithShape="1">
          <a:blip r:embed="rId8">
            <a:alphaModFix/>
          </a:blip>
          <a:srcRect l="36257" t="35405" r="35819" b="38255"/>
          <a:stretch/>
        </p:blipFill>
        <p:spPr>
          <a:xfrm>
            <a:off x="7777001" y="203400"/>
            <a:ext cx="434698" cy="409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3" title="Alpha_Cross_03.png"/>
          <p:cNvPicPr preferRelativeResize="0"/>
          <p:nvPr/>
        </p:nvPicPr>
        <p:blipFill rotWithShape="1">
          <a:blip r:embed="rId8">
            <a:alphaModFix/>
          </a:blip>
          <a:srcRect l="6814" t="35405" r="65261" b="38255"/>
          <a:stretch/>
        </p:blipFill>
        <p:spPr>
          <a:xfrm rot="7200000">
            <a:off x="7318648" y="203401"/>
            <a:ext cx="434699" cy="409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3" title="Alpha_Cross_03.png"/>
          <p:cNvPicPr preferRelativeResize="0"/>
          <p:nvPr/>
        </p:nvPicPr>
        <p:blipFill rotWithShape="1">
          <a:blip r:embed="rId8">
            <a:alphaModFix/>
          </a:blip>
          <a:srcRect l="64185" t="35405" r="5974" b="38255"/>
          <a:stretch/>
        </p:blipFill>
        <p:spPr>
          <a:xfrm rot="7199960">
            <a:off x="8211701" y="205774"/>
            <a:ext cx="464530" cy="409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999999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1B18A5AF49C04C87778A54A66923F4" ma:contentTypeVersion="18" ma:contentTypeDescription="Crée un document." ma:contentTypeScope="" ma:versionID="c6fa0c4a11abf01f2d9ed3ecfdd6d102">
  <xsd:schema xmlns:xsd="http://www.w3.org/2001/XMLSchema" xmlns:xs="http://www.w3.org/2001/XMLSchema" xmlns:p="http://schemas.microsoft.com/office/2006/metadata/properties" xmlns:ns3="3098103f-3e6c-4a19-af61-fea745bd1423" xmlns:ns4="6ab0178b-01f4-4dc5-8097-fa014410c66e" targetNamespace="http://schemas.microsoft.com/office/2006/metadata/properties" ma:root="true" ma:fieldsID="114c6d60076f9b9bb91d739a2cdd38a5" ns3:_="" ns4:_="">
    <xsd:import namespace="3098103f-3e6c-4a19-af61-fea745bd1423"/>
    <xsd:import namespace="6ab0178b-01f4-4dc5-8097-fa014410c66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98103f-3e6c-4a19-af61-fea745bd14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b0178b-01f4-4dc5-8097-fa014410c66e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Partage du hachage d’indicateu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098103f-3e6c-4a19-af61-fea745bd1423" xsi:nil="true"/>
  </documentManagement>
</p:properties>
</file>

<file path=customXml/itemProps1.xml><?xml version="1.0" encoding="utf-8"?>
<ds:datastoreItem xmlns:ds="http://schemas.openxmlformats.org/officeDocument/2006/customXml" ds:itemID="{1A33694B-27E2-47D7-B841-43D2D0C00E3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098103f-3e6c-4a19-af61-fea745bd1423"/>
    <ds:schemaRef ds:uri="6ab0178b-01f4-4dc5-8097-fa014410c66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2EA0A54-CEEC-4B2B-A157-ECC1B0E2C97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BE20649-C7BB-4E7F-8FDF-E6D23B0C48A8}">
  <ds:schemaRefs>
    <ds:schemaRef ds:uri="http://purl.org/dc/dcmitype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6ab0178b-01f4-4dc5-8097-fa014410c66e"/>
    <ds:schemaRef ds:uri="http://schemas.microsoft.com/office/2006/documentManagement/types"/>
    <ds:schemaRef ds:uri="3098103f-3e6c-4a19-af61-fea745bd1423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77</Words>
  <Application>Microsoft Office PowerPoint</Application>
  <PresentationFormat>On-screen Show (16:9)</PresentationFormat>
  <Paragraphs>63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Roboto ExtraBold</vt:lpstr>
      <vt:lpstr>Unbounded</vt:lpstr>
      <vt:lpstr>JUST Sans ExBold</vt:lpstr>
      <vt:lpstr>Arial</vt:lpstr>
      <vt:lpstr>Roboto Black</vt:lpstr>
      <vt:lpstr>Impact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TEAM .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MOREAU paulin</cp:lastModifiedBy>
  <cp:revision>1</cp:revision>
  <dcterms:modified xsi:type="dcterms:W3CDTF">2026-05-30T12:00:00Z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0x010100291B18A5AF49C04C87778A54A66923F4</vt:lpwstr>
  </property>
</Properties>
</file>